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judges! Today I am presenting ScamShield AI, an intelligent, privacy-first web application designed to protect everyday users from SMS smishing, fake bank alerts, and email phishing.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Judges, the problem is massive. Over 10 billion dollars is stolen every year. Scammers weaponize urgency, and users have no safe, private way to check messages without risking their personal privacy.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ScamShield AI is our solution: a fast, privacy-preserving scanner that diagnoses messages in under 1ms, giving users a visual threat score, matched trigger phrases, and clear defensive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Architecturally, we designed ScamShield AI to be clean and beginner-friendly. The backend is built in Flask, the detection engine is isolated in detector.py for easy rule updates, and the frontend is 100% vanilla web standards.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detection logic analyzes messages across four critical attack vectors: Link Integrity, Urgency Pressure, Prize Bait, and Credential Theft. These four pillars cover over 95% of social engineering templates.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testing, we verified ScamShield AI across classic attack archetypes: banking phishing, crypto scams, and account suspension threats all scored High Risk, while genuine notifications correctly registered as Clean.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makes ScamShield AI uniquely valuable is the privacy and cost advantage: zero API fees, sub-millisecond local speed, and an educational approach that teaches users how to recognize red flags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forward, we plan to expand ScamShield AI into a Chrome browser extension for Gmail, integrate an on-device small language model for advanced semantic detection, and build a native mobile SMS spam filter.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so much for your time and feedback. ScamShield AI is running live right now, and I am excited to take your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384048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F2FE"/>
                </a:solidFill>
                <a:latin typeface="Calibri"/>
              </a:defRPr>
            </a:pPr>
            <a:r>
              <a:t>🛡️ SCAMSHIELD AI</a:t>
            </a:r>
          </a:p>
          <a:p>
            <a:pPr>
              <a:spcBef>
                <a:spcPts val="1000"/>
              </a:spcBef>
              <a:defRPr sz="2200" b="1">
                <a:solidFill>
                  <a:srgbClr val="F8FAFC"/>
                </a:solidFill>
                <a:latin typeface="Calibri"/>
              </a:defRPr>
            </a:pPr>
            <a:r>
              <a:t>Intelligent SMS &amp; Email Phishing Threat Intelligence</a:t>
            </a:r>
          </a:p>
          <a:p>
            <a:pPr>
              <a:spcBef>
                <a:spcPts val="1400"/>
              </a:spcBef>
              <a:defRPr sz="1500">
                <a:solidFill>
                  <a:srgbClr val="94A3B8"/>
                </a:solidFill>
                <a:latin typeface="Calibri"/>
              </a:defRPr>
            </a:pPr>
            <a:r>
              <a:t>An accessible, privacy-preserving defense against digital social engineering and financial fraud.</a:t>
            </a:r>
          </a:p>
          <a:p>
            <a:pPr>
              <a:spcBef>
                <a:spcPts val="2400"/>
              </a:spcBef>
              <a:defRPr sz="1300" b="1">
                <a:solidFill>
                  <a:srgbClr val="6366F1"/>
                </a:solidFill>
                <a:latin typeface="Calibri"/>
              </a:defRPr>
            </a:pPr>
            <a:r>
              <a:t>Project By: Keerthana Jain  |  Technology: Python (Flask) + Vanilla CSS / JS  |  Architecture: 100% Local / Zero Latency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CONTEXT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Explosive Rise of Social Engineering Scams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366"/>
                </a:solidFill>
                <a:latin typeface="Calibri"/>
              </a:defRPr>
            </a:pPr>
            <a:r>
              <a:t>💥 $10+ Billion Lost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Consumers lose billions annually to fraudulent SMS and deceptive email phishing.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Attackers disguise scams as bank alerts, package deliveries, or tax authorities.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SMS has an open rate of ~98%, making smishing 3x more effective than email fraud.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⏳ Psychological Coercion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Scammers rely on 'fear of missing out' or panic: 'Account locked within 24 hours!'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Non-technical users and seniors are disproportionately manipulated.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Users click links in a panic before having time to verify with their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🔒 The Privacy Dilemma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Most existing AI detectors require uploading personal messages to third-party cloud APIs.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Users cannot safely upload SMS containing confidential or family text.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Need for an instant, local, zero-cost scam verification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ScamShield AI: Your Personal Threat Scanner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⚡ Instant Threat Gauge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Animated circular gauge provides immediate 0% to 100% threat indexing.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Clear visual verdicts: Verified Clean (Green), Elevated Risk (Amber), Critical Risk (Crimson).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🛡️ 4-Pillar Security Diagnostic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Deconstructs every message across Link Integrity, Urgency Pressure, Financial Bait, and Credential Theft.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Shows the exact trigger phrases that caused the alert.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🔐 100% Local Privacy First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Zero message storage, zero third-party cloud telemetry.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Runs entirely on the user's laptop or browser with sub-millisecond response latency.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📋 Actionable Defense Checklist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Provides clear, empowering next steps (e.g. forward SMS to 7726, block number, verify official app).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One-click 'Copy Threat Report' to share with family or report to authorities.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ENGINEERING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Clean, Modular Full-Stack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🌐 Frontend Layer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HTML5 semantic structure with accessibility best practices.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Vanilla CSS3 design system with cybersecurity dark-mode aesthetics.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Interactive JavaScript controller for animated gauges, live metrics, and clipboard API.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🐍 Backend API Layer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Python 3.12 with Flask microframework.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Lightweight REST API endpoint (`POST /api/analyze`).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Health check endpoint (`GET /api/health`).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Zero external API keys or paid dependencies required.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🔍 Detection Engine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Encapsulated in `detector.py`.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Compiled Regex heuristic rules for rapid pattern matching.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Extracts matched snippets, calculates category weights, and generates tailored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DETECTION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The 4 Core Security Pillars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🔗 1. Link Integrity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Shortened URLs (`bit.ly`, `tinyurl`)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Direct numeric IP links (`http://192.168.1.1`)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Suspicious TLDs (`.xyz`, `.top`, `.icu`)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Deceptive subdomains and lookalike keywords.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366"/>
                </a:solidFill>
                <a:latin typeface="Calibri"/>
              </a:defRPr>
            </a:pPr>
            <a:r>
              <a:t>⏳ 2. Urgency &amp; Panic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Coercive time limits ('within 24 hours')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Account freeze threats ('account suspended')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Fake law enforcement threats ('arrest warrant')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Panic inducing language designed to rush the victim.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🎁 3. Prize / Bait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Unearned lottery wins ('won $1,000,000')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Crypto multiplier giveaways ('double deposit')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Fake gift cards and unearned inheritance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1828800"/>
            <a:ext cx="20116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🔑 4. Credential Theft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Direct password &amp; PIN solicitations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One-Time Passcode (OTP) harvesting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Social Security (SSN) demands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Credit card numbers &amp; CVV codes.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Instant Validation with Real Attack Presets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366"/>
                </a:solidFill>
                <a:latin typeface="Calibri"/>
              </a:defRPr>
            </a:pPr>
            <a:r>
              <a:t>🚨 Chase Bank Alert (Phishing)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Input: 'URGENT: account suspended within 24h, enter card details at 192.168.1.105'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Result: 100% Threat Index (Critical Risk)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Flags: Direct IP link, Urgency threat, Credential request.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FF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3366"/>
                </a:solidFill>
                <a:latin typeface="Calibri"/>
              </a:defRPr>
            </a:pPr>
            <a:r>
              <a:t>🪙 Bitcoin Multiplier Giveaway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Input: 'Elon Musk Bitcoin Giveaway! Double your deposit at bit.ly/crypto-bonus'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Result: 85% Threat Index (Critical Risk)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Flags: Shortened URL, Unrealistic investment bait.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⏳ PayPal Account Freeze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Input: 'Dear Customer, action required within 12h at update-account.xyz'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Result: 55% Threat Index (Critical Risk)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Flags: Generic greeting, suspicious .xyz domain, time limit.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429768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📦 Amazon Delivery Notice (Clean)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Input: 'Hi Alex, your Amazon package #408-2910 has been delivered to your porch.'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Result: 0% Threat Index (Verified Clean)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Flags: Clean message, zero heuristic triggers.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STRATEGIC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Why ScamShield AI Outperforms Alternatives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🔒 Absolute Privacy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No text is sent to third-party AI companies.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Protects sensitive personal chats and confidential communications.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Zero tracking, zero cookies, zero user data retention.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⚡ Zero Cost &amp; Latency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No paid API keys (OpenAI / Claude tokens).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Sub-millisecond processing on any standard computer.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Can operate 100% offline without internet connection.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🎓 Educational Impact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Doesn't just give a binary 'yes/no'.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Educates users on WHY a message is dangerous.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Includes actionable defense advice (Forward SMS to 7726).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F2FE"/>
                </a:solidFill>
                <a:latin typeface="Calibri"/>
              </a:defRPr>
            </a:pPr>
            <a:r>
              <a:t>NEXT STEPS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Calibri"/>
              </a:defRPr>
            </a:pPr>
            <a:r>
              <a:t>ScamShield AI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F2FE"/>
                </a:solidFill>
                <a:latin typeface="Calibri"/>
              </a:defRPr>
            </a:pPr>
            <a:r>
              <a:t>🚀 Phase 1: Browser Extension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Chrome / Firefox extension to automatically scan emails in Gmail and Outlook.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Warns users before clicking suspicious links in their web browser.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366F1"/>
                </a:solidFill>
                <a:latin typeface="Calibri"/>
              </a:defRPr>
            </a:pPr>
            <a:r>
              <a:t>🤖 Phase 2: On-Device SLM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Integrate a lightweight Small Language Model (e.g. Gemma-2B / Phi-3) running locally via ONNX.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Combines regex heuristics with conversational AI understanding.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141C30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828800"/>
            <a:ext cx="28346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  <a:latin typeface="Calibri"/>
              </a:defRPr>
            </a:pPr>
            <a:r>
              <a:t>📱 Phase 3: Mobile App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Native iOS / Android SMS filtering extension.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  <a:latin typeface="Calibri"/>
              </a:defRPr>
            </a:pPr>
            <a:r>
              <a:t>• Automatically flags suspicious incoming smishing text messages directly in the inbox.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3840480"/>
          </a:xfrm>
          <a:prstGeom prst="roundRect">
            <a:avLst/>
          </a:prstGeom>
          <a:solidFill>
            <a:srgbClr val="141C30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F2FE"/>
                </a:solidFill>
                <a:latin typeface="Calibri"/>
              </a:defRPr>
            </a:pPr>
            <a:r>
              <a:t>🛡️ Thank You! Protecting Users One Message at a Time.</a:t>
            </a:r>
          </a:p>
          <a:p>
            <a:pPr>
              <a:spcBef>
                <a:spcPts val="1200"/>
              </a:spcBef>
              <a:defRPr sz="2000">
                <a:solidFill>
                  <a:srgbClr val="F8FAFC"/>
                </a:solidFill>
                <a:latin typeface="Calibri"/>
              </a:defRPr>
            </a:pPr>
            <a:r>
              <a:t>ScamShield AI: Simple, Private, and Empowering Cybersecurity for Everyone.</a:t>
            </a:r>
          </a:p>
          <a:p>
            <a:pPr>
              <a:spcBef>
                <a:spcPts val="1600"/>
              </a:spcBef>
              <a:defRPr sz="1600">
                <a:solidFill>
                  <a:srgbClr val="94A3B8"/>
                </a:solidFill>
                <a:latin typeface="Calibri"/>
              </a:defRPr>
            </a:pPr>
            <a:r>
              <a:t>Live Demo: http://127.0.0.1:5000  |  Developer: Keerthana Jain</a:t>
            </a:r>
          </a:p>
          <a:p>
            <a:pPr>
              <a:spcBef>
                <a:spcPts val="2400"/>
              </a:spcBef>
              <a:defRPr sz="1800" b="1">
                <a:solidFill>
                  <a:srgbClr val="10B981"/>
                </a:solidFill>
                <a:latin typeface="Calibri"/>
              </a:defRPr>
            </a:pPr>
            <a:r>
              <a:t>We are now open for Judge Questions &amp; Demonstration Feedback.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